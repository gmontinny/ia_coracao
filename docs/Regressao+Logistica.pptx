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0c49b9eb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10c49b9eb1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0f33b19f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10f33b19f4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0f33b19f4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0f33b19f4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0f33b19f4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10f33b19f4b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hyperlink" Target="https://anderfernandez.com/en/blog/code-logistic-regression-r-from-scratch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76376" y="4288889"/>
            <a:ext cx="77532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Luciano Galdino</a:t>
            </a:r>
            <a:endParaRPr sz="1100"/>
          </a:p>
        </p:txBody>
      </p:sp>
      <p:sp>
        <p:nvSpPr>
          <p:cNvPr id="55" name="Google Shape;55;p13"/>
          <p:cNvSpPr txBox="1"/>
          <p:nvPr/>
        </p:nvSpPr>
        <p:spPr>
          <a:xfrm>
            <a:off x="569741" y="1424356"/>
            <a:ext cx="8166300" cy="157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i="0" lang="pt-BR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 Learning com Python</a:t>
            </a:r>
            <a:endParaRPr b="1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906650" y="224657"/>
            <a:ext cx="7520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REGRESSÃO LOGÍSTICA</a:t>
            </a:r>
            <a:endParaRPr sz="1100"/>
          </a:p>
        </p:txBody>
      </p:sp>
      <p:sp>
        <p:nvSpPr>
          <p:cNvPr id="61" name="Google Shape;61;p14"/>
          <p:cNvSpPr txBox="1"/>
          <p:nvPr/>
        </p:nvSpPr>
        <p:spPr>
          <a:xfrm>
            <a:off x="906651" y="1276673"/>
            <a:ext cx="7520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569886" y="808605"/>
            <a:ext cx="83457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Algoritmo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</a:t>
            </a:r>
            <a:r>
              <a:rPr b="1" lang="pt-BR" sz="24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classificação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aprendizagem supervisionada.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 conceitos de regressão linear em seu modelo matemático.</a:t>
            </a:r>
            <a:endParaRPr sz="1100"/>
          </a:p>
        </p:txBody>
      </p:sp>
      <p:sp>
        <p:nvSpPr>
          <p:cNvPr id="63" name="Google Shape;63;p14"/>
          <p:cNvSpPr txBox="1"/>
          <p:nvPr/>
        </p:nvSpPr>
        <p:spPr>
          <a:xfrm>
            <a:off x="570351" y="3084200"/>
            <a:ext cx="7872300" cy="19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= probabilidade de pertencer a determinada classe.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= número de Euler.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aseline="-25000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intercepto.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aseline="-25000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coeficientes.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variáveis independentes.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1750" y="2189925"/>
            <a:ext cx="4780900" cy="80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489311" y="181480"/>
            <a:ext cx="83457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 ser binária (variável dependente binária) ou multinomial (variável dependente com mais de duas categorias).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100" y="1101775"/>
            <a:ext cx="8159299" cy="345373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582450" y="4591400"/>
            <a:ext cx="815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https://anderfernandez.com/en/blog/code-logistic-regression-r-from-scratch/</a:t>
            </a:r>
            <a:r>
              <a:rPr lang="pt-BR"/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6400" y="219550"/>
            <a:ext cx="6871225" cy="454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744574" y="2122337"/>
            <a:ext cx="75207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Vantagens</a:t>
            </a:r>
            <a:endParaRPr sz="1500"/>
          </a:p>
        </p:txBody>
      </p:sp>
      <p:sp>
        <p:nvSpPr>
          <p:cNvPr id="82" name="Google Shape;82;p17"/>
          <p:cNvSpPr txBox="1"/>
          <p:nvPr/>
        </p:nvSpPr>
        <p:spPr>
          <a:xfrm>
            <a:off x="906651" y="1276673"/>
            <a:ext cx="7520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664420" y="2542291"/>
            <a:ext cx="7815300" cy="24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Fácil implementação</a:t>
            </a: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Teoria consolidada.</a:t>
            </a:r>
            <a:endParaRPr sz="2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Excelente desempenho.</a:t>
            </a:r>
            <a:endParaRPr sz="2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 o valor de probabilidade para cada instância. 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811724" y="32824"/>
            <a:ext cx="75207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Aplicações</a:t>
            </a:r>
            <a:endParaRPr sz="1500"/>
          </a:p>
        </p:txBody>
      </p:sp>
      <p:sp>
        <p:nvSpPr>
          <p:cNvPr id="85" name="Google Shape;85;p17"/>
          <p:cNvSpPr txBox="1"/>
          <p:nvPr/>
        </p:nvSpPr>
        <p:spPr>
          <a:xfrm>
            <a:off x="664425" y="586900"/>
            <a:ext cx="82125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 presente em diversas aplicações e em várias áreas de estudo como na economia, bioestatística, psicometria, medicina, ciências sociais… 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