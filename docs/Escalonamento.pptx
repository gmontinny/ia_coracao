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074b68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11074b688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ada3858d_0_5:notes"/>
          <p:cNvSpPr/>
          <p:nvPr>
            <p:ph idx="2" type="sldImg"/>
          </p:nvPr>
        </p:nvSpPr>
        <p:spPr>
          <a:xfrm>
            <a:off x="136141" y="686475"/>
            <a:ext cx="65856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63ada3858d_0_5:notes"/>
          <p:cNvSpPr txBox="1"/>
          <p:nvPr>
            <p:ph idx="1" type="body"/>
          </p:nvPr>
        </p:nvSpPr>
        <p:spPr>
          <a:xfrm>
            <a:off x="914403" y="4343405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00" lIns="93250" spcFirstLastPara="1" rIns="93250" wrap="square" tIns="466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1074b688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11074b6887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074b6887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074b6887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6376" y="4288889"/>
            <a:ext cx="77532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Luciano Galdino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569741" y="1424356"/>
            <a:ext cx="81663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Escalonamento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39576" y="140174"/>
            <a:ext cx="8373900" cy="37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scalonamento</a:t>
            </a:r>
            <a:r>
              <a:rPr lang="pt-BR" sz="2400">
                <a:solidFill>
                  <a:schemeClr val="dk1"/>
                </a:solidFill>
              </a:rPr>
              <a:t> tem por objetivo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garantir que nenhuma variável tenha mais importância devido à grandes diferenças de valores na criação de um modelo de Machine Learning. Existem </a:t>
            </a:r>
            <a:r>
              <a:rPr lang="pt-BR" sz="2400">
                <a:solidFill>
                  <a:schemeClr val="dk1"/>
                </a:solidFill>
              </a:rPr>
              <a:t>três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tipos principais de escalonamento: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Padronização (StandardScaler):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recomendado quando a variável segue ou se aproxima de uma distribuição normal. Centraliza os dados na média 0 e desvio padrão 1, mantendo assim a coerência com a distribuição.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489608" y="2490598"/>
            <a:ext cx="1647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675" y="4060350"/>
            <a:ext cx="1604260" cy="7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438574" y="2766442"/>
            <a:ext cx="83739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</a:rPr>
              <a:t>3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Escalonamento Robusto (</a:t>
            </a:r>
            <a:r>
              <a:rPr b="1" lang="pt-BR" sz="2400">
                <a:solidFill>
                  <a:schemeClr val="dk1"/>
                </a:solidFill>
              </a:rPr>
              <a:t>Robust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Scaler):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recomendado quando </a:t>
            </a:r>
            <a:r>
              <a:rPr lang="pt-BR" sz="2400">
                <a:solidFill>
                  <a:schemeClr val="dk1"/>
                </a:solidFill>
              </a:rPr>
              <a:t>existem muito outliers na variável.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38574" y="251842"/>
            <a:ext cx="83739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Normalização (MinMaxScaler):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recomendado quando a variável não segue distribuição normal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 os dados a um intervalo fixo, geralmente entre 0 e 1.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275" y="1698150"/>
            <a:ext cx="2892800" cy="8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7275" y="3884042"/>
            <a:ext cx="311467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906650" y="-3943"/>
            <a:ext cx="752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Python </a:t>
            </a:r>
            <a:endParaRPr sz="2000"/>
          </a:p>
        </p:txBody>
      </p:sp>
      <p:sp>
        <p:nvSpPr>
          <p:cNvPr id="76" name="Google Shape;76;p16"/>
          <p:cNvSpPr txBox="1"/>
          <p:nvPr/>
        </p:nvSpPr>
        <p:spPr>
          <a:xfrm>
            <a:off x="260250" y="560850"/>
            <a:ext cx="86235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Nomear o</a:t>
            </a:r>
            <a:r>
              <a:rPr b="1" lang="pt-BR" sz="2200"/>
              <a:t> escalonamento: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nome</a:t>
            </a:r>
            <a:r>
              <a:rPr lang="pt-BR" sz="2200"/>
              <a:t> = StandardScaler() ou MinMaxScaler() ou RobustScaler()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Treino: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nome</a:t>
            </a:r>
            <a:r>
              <a:rPr lang="pt-BR" sz="2200"/>
              <a:t>.fit(X) # aprende os parâmetros (média, mediana, máximo…)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Escalonamento: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X_esc = nome.transform(X)   # Transforma os dados.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Dado novo: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X_novo_esc = nome.transform(X_novo)       # Transforma novos dados com os mesmos parâmetros.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